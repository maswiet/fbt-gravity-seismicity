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frontier basins in Indonesia are under-explored precisely because data is scarce. I'll show how passive seismology — receiver functions — gives a direct, physical measurement of sediment thickness that anchors ambiguous satellite gravity.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Tie-back for Pertamina Upstream: this is a low-cost screening layer that de-risks where to spend seismic dollars in frontier acreage.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37160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SCARCITY TO DISCOVERY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Seismology as the bridge to sediment-basin models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functions + satellite gravity for under-explored basins — Central Java (MERAMEX)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&amp; Discussion Forum — Unlocking Under-Explored Basin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FMIPA Universitas Gadjah Mada  ·  22–23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Frontier basins are under-explored because data is scarce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084832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54480" y="20482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seismic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542032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surveys are costly and thin on the ground in frontier areas — the depocentre geometry is poorly known.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2584" y="208483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48072" y="20482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is non-unique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2542032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gravity covers everything, cheaply — but many density models fit one anomaly. It needs an anchor.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10144" y="1828800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2084832"/>
            <a:ext cx="310896" cy="310896"/>
          </a:xfrm>
          <a:prstGeom prst="ellipse">
            <a:avLst/>
          </a:prstGeom>
          <a:solidFill>
            <a:srgbClr val="B06B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41664" y="204825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Volcanic overprint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84464" y="2542032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arcs like Java, the Bouguer field is dominated by igneous/basement density, masking thin sediment.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 how do we get an absolute, physical sediment-thickness model where wells and seismic are absent?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— passive seismology. A single 3-component station records distant earthquakes; the converted waves carry the layering directly beneath it.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SEISMOLOGY 101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teleseismic P wave converts to S at every interface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6035040" cy="822960"/>
          </a:xfrm>
          <a:prstGeom prst="rect">
            <a:avLst/>
          </a:prstGeom>
          <a:solidFill>
            <a:srgbClr val="C9E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0391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Sediment (low Vs)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6035040" cy="1371600"/>
          </a:xfrm>
          <a:prstGeom prst="rect">
            <a:avLst/>
          </a:prstGeom>
          <a:solidFill>
            <a:srgbClr val="AFC7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8620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6035040" cy="1097280"/>
          </a:xfrm>
          <a:prstGeom prst="rect">
            <a:avLst/>
          </a:prstGeom>
          <a:solidFill>
            <a:srgbClr val="7E97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2336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5257800"/>
            <a:ext cx="2011680" cy="-3291840"/>
          </a:xfrm>
          <a:prstGeom prst="line">
            <a:avLst/>
          </a:prstGeom>
          <a:noFill/>
          <a:ln w="31750">
            <a:solidFill>
              <a:srgbClr val="10233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83280" y="4160520"/>
            <a:ext cx="822960" cy="-82296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14300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566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23360" y="1673352"/>
            <a:ext cx="457200" cy="292608"/>
          </a:xfrm>
          <a:prstGeom prst="triangle">
            <a:avLst/>
          </a:prstGeom>
          <a:solidFill>
            <a:srgbClr val="B030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34840" y="16550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37744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magnitude-5+ earthquake 15–90° away sends a near-vertical P wave up to the station.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velocity contrast, part of the P energy converts to a slower S wave (a “Ps” phase).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delay of Ps after P scales with the depth of the interface.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vertical component ≈ the source; the radial holds the conversions.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5394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interface  →  later Ps  →  read structure from time.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Receiver function = radial deconvolved by vertical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RF(t)  =  Radial(t)  ÷  Vertical(t)</a:t>
            </a:r>
            <a:endParaRPr lang="en-US" sz="20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(deconvolution in the time domain)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earthquake source and instrument — what's left is the site's impulse response.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spike at t = 0 (direct P), then positive pulses at each Ps conversion.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time-domain deconvolution (Ligorria &amp; Ammon 1999) — the same algorithm as CPS saciterd.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Gaussian width ‘a’ sets resolution: higher a resolves thin sediment.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86016" y="1728216"/>
            <a:ext cx="4590288" cy="4590288"/>
          </a:xfrm>
          <a:prstGeom prst="roundRect">
            <a:avLst>
              <a:gd name="adj" fmla="val 1195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8" name="Image 0" descr="/Users/maswiet/Work/Students/Pak_Zuhdi/figures/rf_java/rf_demo_BI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783080"/>
            <a:ext cx="4480560" cy="44805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040880" y="6263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BGB: 6 individual RFs (red) and their stack (blue). Direct P at 0 s; sediment Ps in the first seconds.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teleseism to a receiver function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423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events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749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≥ 5, 15–90°, good SNR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9504" y="3429000"/>
            <a:ext cx="155448" cy="0"/>
          </a:xfrm>
          <a:prstGeom prst="line">
            <a:avLst/>
          </a:prstGeom>
          <a:noFill/>
          <a:ln w="19050">
            <a:solidFill>
              <a:srgbClr val="5A6B7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54096" y="219456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36976" y="2423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236976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236976" y="3749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N,E → Radial, Transverse (back-azimuth)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3429000"/>
            <a:ext cx="155448" cy="0"/>
          </a:xfrm>
          <a:prstGeom prst="line">
            <a:avLst/>
          </a:prstGeom>
          <a:noFill/>
          <a:ln w="19050">
            <a:solidFill>
              <a:srgbClr val="5A6B7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85232" y="219456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68112" y="2423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468112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Deconvolve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68112" y="3749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÷ Vertical, iterative time-domain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51776" y="3429000"/>
            <a:ext cx="155448" cy="0"/>
          </a:xfrm>
          <a:prstGeom prst="line">
            <a:avLst/>
          </a:prstGeom>
          <a:noFill/>
          <a:ln w="19050">
            <a:solidFill>
              <a:srgbClr val="5A6B7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16368" y="219456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99248" y="2423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699248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99248" y="3749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clean, causal RFs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82912" y="3429000"/>
            <a:ext cx="155448" cy="0"/>
          </a:xfrm>
          <a:prstGeom prst="line">
            <a:avLst/>
          </a:prstGeom>
          <a:noFill/>
          <a:ln w="19050">
            <a:solidFill>
              <a:srgbClr val="5A6B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47504" y="219456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930384" y="2423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9930384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930384" y="3749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 station → stable RF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MERAMEX 2004: 143 stations · 7 teleseisms (back-azimuth 86–269°) · 110 stations with usable receiver functions.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MODELLING  ·  PEMODELAN MAJU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RF a layered earth would produce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8096" y="1773936"/>
            <a:ext cx="6693408" cy="4133088"/>
          </a:xfrm>
          <a:prstGeom prst="roundRect">
            <a:avLst>
              <a:gd name="adj" fmla="val 1327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figures/rf_java/fwd_demo_BI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828800"/>
            <a:ext cx="6583680" cy="4023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58978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RF (black) vs synthetic from Herrmann CPS hrftn96 (red) for the fitted sediment layer.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hrftn96 (Herrmann)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22860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 velocity model (layer thickness, Vp, Vs, ρ) + ray parameter + Gaussian.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the exact receiver function that model predicts.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modelling turns interpretation into a test: does my layered model reproduce the data?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also the engine inside the inversion.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receiver function to sediment thickness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130552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54480" y="20939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conversion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587752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strong Ps pulse after direct P marks the sediment–basement interface. Its delay t(Ps) is picked on the stacked RF.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423367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54480" y="41970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delay to depth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690872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Move-out relation:  H = t(Ps) / [ √(1/Vs² − p²) − √(1/Vp² − p²) ].  Assumed sediment Vs 1.5 km/s.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874520"/>
            <a:ext cx="5029200" cy="4069080"/>
          </a:xfrm>
          <a:prstGeom prst="roundRect">
            <a:avLst>
              <a:gd name="adj" fmla="val 2247"/>
            </a:avLst>
          </a:prstGeom>
          <a:solidFill>
            <a:srgbClr val="1023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Herrmann framework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56032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Programs in Seismology (Herrmann 2013) provides the forward RF (hrftn96) and the linearised RF inversion (rftn96).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validate every station's derived layer by forward modelling — synthetic vs observed.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103 of 110 stations give a resolvable sediment thickness.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INVERSION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layered Vs profile from the receiver function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8096" y="1773936"/>
            <a:ext cx="6876288" cy="4041648"/>
          </a:xfrm>
          <a:prstGeom prst="roundRect">
            <a:avLst>
              <a:gd name="adj" fmla="val 1357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figures/rf_java/vs_inversion_BI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828800"/>
            <a:ext cx="6766560" cy="3931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5806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BI4 — linearised, damped, smoothed least-squares Vs inversion (CPS rftn96 scheme, hrftn96 forward). Observed vs predicted RF, RMS 0.08.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763256" y="1773936"/>
            <a:ext cx="3767328" cy="4590288"/>
          </a:xfrm>
          <a:prstGeom prst="roundRect">
            <a:avLst>
              <a:gd name="adj" fmla="val 1456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9" name="Image 1" descr="/Users/maswiet/Work/Students/Pak_Zuhdi/figures/rf_java/vs_profil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18120" y="1828800"/>
            <a:ext cx="3657600" cy="44805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81812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stations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MERAMEX 2004 — a dense passive array over Central Java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88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stations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1188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20116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788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with RFs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20116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788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teleseisms used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8972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 w="12700">
            <a:solidFill>
              <a:srgbClr val="DCE6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81160" y="20116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~2.8 km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2788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sediment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054096" y="3557016"/>
            <a:ext cx="6053328" cy="3035808"/>
          </a:xfrm>
          <a:prstGeom prst="roundRect">
            <a:avLst>
              <a:gd name="adj" fmla="val 1807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18" name="Image 0" descr="/Users/maswiet/Work/Students/Pak_Zuhdi/figures/rf_java/sediment_rf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08960" y="3611880"/>
            <a:ext cx="5943600" cy="292608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22960" y="370332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Merapi Amphibious Experiment (GFZ), May–Oct 2004.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Broadband + short-period stations, ~10–20 km spacing.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experiment data — no new acquisition.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= one RF-derived sediment estimate.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·  SEISMOLOGY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Sediment thickness measured directly at 103 stations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8096" y="1728216"/>
            <a:ext cx="6876288" cy="4681728"/>
          </a:xfrm>
          <a:prstGeom prst="roundRect">
            <a:avLst>
              <a:gd name="adj" fmla="val 1172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figures/rf_java/sediment_rf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83080"/>
            <a:ext cx="6766560" cy="4572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6384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RFs say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33172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~2.8 km; range 0.9–7.2 km.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published Central-Java basin depths.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 pockets mark depocentres; thin zones mark basement/volcanic highs.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Absolute, physical — no density assumption needed.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5486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anchor.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HALF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Satellite gravity — dense coverage, but ambiguous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8096" y="1773936"/>
            <a:ext cx="5321808" cy="4315968"/>
          </a:xfrm>
          <a:prstGeom prst="roundRect">
            <a:avLst>
              <a:gd name="adj" fmla="val 1271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figures/rf_java/bougu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828800"/>
            <a:ext cx="521208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17336" y="1773936"/>
            <a:ext cx="5321808" cy="4315968"/>
          </a:xfrm>
          <a:prstGeom prst="roundRect">
            <a:avLst>
              <a:gd name="adj" fmla="val 1271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8" name="Image 1" descr="/Users/maswiet/Work/Students/Pak_Zuhdi/figures/rf_java/residu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828800"/>
            <a:ext cx="5212080" cy="4206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6035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GGM+WGM complete Bouguer anomaly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172200" y="6035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(short-wavelength) — basin-scale signal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volcanic arc, gravity alone cannot see the sediment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8096" y="1819656"/>
            <a:ext cx="4864608" cy="4224528"/>
          </a:xfrm>
          <a:prstGeom prst="roundRect">
            <a:avLst>
              <a:gd name="adj" fmla="val 1299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figures/rf_java/rf_vs_gra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874520"/>
            <a:ext cx="475488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87452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1023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5508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r ≈ 0.1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278892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sediment thickness does NOT track the Bouguer residual here.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Central Java's gravity field is dominated by the volcanic arc and basement density — not by thin, low-density sediment.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gravity inversion for sediment is under-determined without an independent depth control.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control is the receiver function.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78638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RF-anchored, gravity-contextualised sediment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8096" y="1728216"/>
            <a:ext cx="6693408" cy="4681728"/>
          </a:xfrm>
          <a:prstGeom prst="roundRect">
            <a:avLst>
              <a:gd name="adj" fmla="val 1172"/>
            </a:avLst>
          </a:prstGeom>
          <a:solidFill>
            <a:srgbClr val="EEF3F6"/>
          </a:solidFill>
          <a:ln w="12700">
            <a:solidFill>
              <a:srgbClr val="D3DEE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2">
                <a:alpha val="35000"/>
              </a:srgbClr>
            </a:outerShdw>
          </a:effectLst>
        </p:spPr>
      </p:sp>
      <p:pic>
        <p:nvPicPr>
          <p:cNvPr id="6" name="Image 0" descr="/Users/maswiet/Work/Students/Pak_Zuhdi/figures/rf_java/sediment_constrain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83080"/>
            <a:ext cx="6583680" cy="4572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8096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33172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functions set the absolute thickness at 103 points.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supplies the continuous spatial fabric between stations.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Collocation ties the map to the seismology (honours every station).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first, reconnaissance depth-to-basement model — from public data only.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54864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Seismology turns ambiguous gravity into a calibrated basin model.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4300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EXPLORATION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43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cheap, public-data workflow for frontier basins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1632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514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first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9992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 under-explored basin for depocentres before committing to seismic.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1632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514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anchor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9992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gives absolute thickness where wells and reflection data are absent.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1632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4389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Re-use passive data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87375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temporary or permanent broadband network already on the ground can be mined.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4160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1632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4389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nationally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487375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recipe applies to Sumatra fore-arc, Makassar, Banda and other frontiers.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0116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234440" y="1965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6032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data is scarce, seismology is the bridge to the sediment basin.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976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functions  +  satellite gravity  +  Herrmann CPS  →  a public-data depth-to-basement model for Central Java.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3035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 ·  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2026-09-03T04:55:21Z</dcterms:created>
  <dcterms:modified xsi:type="dcterms:W3CDTF">2026-09-03T04:55:21Z</dcterms:modified>
</cp:coreProperties>
</file>